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72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0F6C-802C-4DD9-AA94-A2D81166362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4A2E-F15B-4F18-A512-445D11C254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900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0F6C-802C-4DD9-AA94-A2D81166362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4A2E-F15B-4F18-A512-445D11C254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14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0F6C-802C-4DD9-AA94-A2D81166362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4A2E-F15B-4F18-A512-445D11C254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4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0F6C-802C-4DD9-AA94-A2D81166362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4A2E-F15B-4F18-A512-445D11C254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21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0F6C-802C-4DD9-AA94-A2D81166362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4A2E-F15B-4F18-A512-445D11C254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07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0F6C-802C-4DD9-AA94-A2D81166362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4A2E-F15B-4F18-A512-445D11C254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02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0F6C-802C-4DD9-AA94-A2D81166362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4A2E-F15B-4F18-A512-445D11C254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3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0F6C-802C-4DD9-AA94-A2D81166362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4A2E-F15B-4F18-A512-445D11C254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98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0F6C-802C-4DD9-AA94-A2D81166362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4A2E-F15B-4F18-A512-445D11C254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463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0F6C-802C-4DD9-AA94-A2D81166362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4A2E-F15B-4F18-A512-445D11C254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7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0F6C-802C-4DD9-AA94-A2D81166362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64A2E-F15B-4F18-A512-445D11C254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59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D0F6C-802C-4DD9-AA94-A2D81166362B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E64A2E-F15B-4F18-A512-445D11C2546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33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6G-The future of networking</a:t>
            </a:r>
            <a:br>
              <a:rPr lang="fr-FR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</a:br>
            <a:r>
              <a:rPr lang="fr-FR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Module 1:What is 6G????</a:t>
            </a:r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992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6G is the sixth generation of wireless technology, expected post-2030. It evolves beyond 5G's </a:t>
            </a:r>
            <a:r>
              <a:rPr lang="en-US" sz="36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</a:p>
          <a:p>
            <a:pPr marL="0" indent="0">
              <a:buNone/>
            </a:pPr>
            <a:endParaRPr lang="fr-FR" sz="36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3600" dirty="0" smtClean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36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3600" dirty="0" smtClean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fr-FR" sz="36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36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  <a:cs typeface="Arial" panose="020B0604020202020204" pitchFamily="34" charset="0"/>
              </a:rPr>
              <a:t>BY TUMWESIGYE MARK</a:t>
            </a:r>
            <a:endParaRPr lang="en-US" sz="36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4" name="AutoShape 2" descr="Samsung Joins Verizon 6G Innovation Forum to Advance Next-Gen Connectivity  - SammyGuru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Samsung Joins Verizon 6G Innovation Forum to Advance Next-Gen Connectivity  - SammyGuru"/>
          <p:cNvSpPr>
            <a:spLocks noChangeAspect="1" noChangeArrowheads="1"/>
          </p:cNvSpPr>
          <p:nvPr/>
        </p:nvSpPr>
        <p:spPr bwMode="auto">
          <a:xfrm>
            <a:off x="-101598" y="7937"/>
            <a:ext cx="714374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Next Step: 6G emerges as the future wireless innovation platform for 2030  and beyond - Indian Infrastru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544" y="2936175"/>
            <a:ext cx="8832273" cy="2820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40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latin typeface="+mn-lt"/>
              </a:rPr>
              <a:t>Module 2: The Evolutionary Path: 1G to 5G</a:t>
            </a:r>
            <a:endParaRPr lang="en-US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1G-2G: Voice &amp; Text.</a:t>
            </a:r>
          </a:p>
          <a:p>
            <a:r>
              <a:rPr lang="en-US" sz="40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3G: Basic Mobile Internet.</a:t>
            </a:r>
          </a:p>
          <a:p>
            <a:r>
              <a:rPr lang="en-US" sz="40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4G: Mobile Broadband (Streaming, Apps). </a:t>
            </a:r>
          </a:p>
          <a:p>
            <a:r>
              <a:rPr lang="en-US" sz="4000" dirty="0" smtClean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5G: IoT, Low Latency</a:t>
            </a:r>
            <a:endParaRPr lang="en-US" sz="4000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Verizon launches 6G forum; it's all about the use cas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4100" y="3895725"/>
            <a:ext cx="2032000" cy="2619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7950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-394855"/>
            <a:ext cx="10515600" cy="1413164"/>
          </a:xfrm>
        </p:spPr>
        <p:txBody>
          <a:bodyPr/>
          <a:lstStyle/>
          <a:p>
            <a:r>
              <a:rPr lang="en-US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Module 3: Why 6G? </a:t>
            </a:r>
            <a:endParaRPr lang="en-US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7036" y="394855"/>
            <a:ext cx="11817927" cy="6463145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solidFill>
                  <a:srgbClr val="00B0F0"/>
                </a:solidFill>
              </a:rPr>
              <a:t>6G is being developed</a:t>
            </a:r>
            <a:r>
              <a:rPr lang="en-US" dirty="0">
                <a:solidFill>
                  <a:srgbClr val="00B0F0"/>
                </a:solidFill>
              </a:rPr>
              <a:t> </a:t>
            </a:r>
            <a:r>
              <a:rPr lang="en-US" sz="4000" dirty="0">
                <a:solidFill>
                  <a:srgbClr val="00B0F0"/>
                </a:solidFill>
              </a:rPr>
              <a:t>to surpass the capabilities of </a:t>
            </a:r>
            <a:r>
              <a:rPr lang="en-US" sz="4000" dirty="0" smtClean="0">
                <a:solidFill>
                  <a:srgbClr val="00B0F0"/>
                </a:solidFill>
              </a:rPr>
              <a:t>5G</a:t>
            </a:r>
            <a:r>
              <a:rPr lang="en-US" sz="4000" dirty="0" smtClean="0"/>
              <a:t>. </a:t>
            </a:r>
            <a:endParaRPr lang="en-US" sz="4000" dirty="0" smtClean="0"/>
          </a:p>
          <a:p>
            <a:r>
              <a:rPr lang="fr-FR" sz="4000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</a:t>
            </a:r>
            <a:r>
              <a:rPr lang="fr-FR" sz="4000" u="sng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benefits</a:t>
            </a:r>
            <a:r>
              <a:rPr lang="fr-FR" sz="4000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fr-FR" sz="4000" u="sng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advancements</a:t>
            </a:r>
            <a:r>
              <a:rPr lang="fr-FR" sz="4000" u="sng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6g</a:t>
            </a:r>
          </a:p>
          <a:p>
            <a:r>
              <a:rPr lang="fr-FR" sz="4000" dirty="0" smtClean="0">
                <a:solidFill>
                  <a:srgbClr val="00B0F0"/>
                </a:solidFill>
              </a:rPr>
              <a:t>Higher performance-high latency (speeds of thousands of giga bytes</a:t>
            </a:r>
          </a:p>
          <a:p>
            <a:r>
              <a:rPr lang="fr-FR" sz="4000" dirty="0" smtClean="0">
                <a:solidFill>
                  <a:srgbClr val="00B0F0"/>
                </a:solidFill>
              </a:rPr>
              <a:t>Advanced applications(</a:t>
            </a:r>
            <a:r>
              <a:rPr lang="fr-FR" sz="4000" dirty="0" err="1" smtClean="0">
                <a:solidFill>
                  <a:srgbClr val="00B0F0"/>
                </a:solidFill>
              </a:rPr>
              <a:t>networked</a:t>
            </a:r>
            <a:r>
              <a:rPr lang="fr-FR" sz="4000" dirty="0" smtClean="0">
                <a:solidFill>
                  <a:srgbClr val="00B0F0"/>
                </a:solidFill>
              </a:rPr>
              <a:t> vehicles,virtual reality)</a:t>
            </a:r>
          </a:p>
          <a:p>
            <a:r>
              <a:rPr lang="fr-FR" sz="4000" dirty="0" smtClean="0">
                <a:solidFill>
                  <a:srgbClr val="00B0F0"/>
                </a:solidFill>
              </a:rPr>
              <a:t>AI Intergration-Ai will be the </a:t>
            </a:r>
            <a:r>
              <a:rPr lang="fr-FR" sz="4000" dirty="0" err="1" smtClean="0">
                <a:solidFill>
                  <a:srgbClr val="00B0F0"/>
                </a:solidFill>
              </a:rPr>
              <a:t>core</a:t>
            </a:r>
            <a:r>
              <a:rPr lang="fr-FR" sz="4000" dirty="0" smtClean="0">
                <a:solidFill>
                  <a:srgbClr val="00B0F0"/>
                </a:solidFill>
              </a:rPr>
              <a:t> component</a:t>
            </a:r>
          </a:p>
          <a:p>
            <a:r>
              <a:rPr lang="fr-FR" sz="4000" dirty="0" smtClean="0">
                <a:solidFill>
                  <a:srgbClr val="00B0F0"/>
                </a:solidFill>
              </a:rPr>
              <a:t>Enhanced connectivity and relliability (extending coverage to remote areas)</a:t>
            </a:r>
          </a:p>
          <a:p>
            <a:r>
              <a:rPr lang="fr-FR" sz="4000" dirty="0" smtClean="0">
                <a:solidFill>
                  <a:srgbClr val="00B0F0"/>
                </a:solidFill>
              </a:rPr>
              <a:t>Improving security (protect against cyber threat and improve privacy</a:t>
            </a:r>
            <a:endParaRPr lang="en-US" sz="4000" dirty="0" smtClean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25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1325563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Module 4: Core 6G Technologies &amp; KPIs</a:t>
            </a:r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fr-FR" dirty="0" smtClean="0">
                <a:solidFill>
                  <a:srgbClr val="0070C0"/>
                </a:solidFill>
              </a:rPr>
              <a:t>Peak Data Rate</a:t>
            </a:r>
          </a:p>
          <a:p>
            <a:r>
              <a:rPr lang="fr-FR" dirty="0" smtClean="0">
                <a:solidFill>
                  <a:srgbClr val="0070C0"/>
                </a:solidFill>
              </a:rPr>
              <a:t>Latency</a:t>
            </a:r>
          </a:p>
          <a:p>
            <a:r>
              <a:rPr lang="fr-FR" dirty="0" smtClean="0">
                <a:solidFill>
                  <a:srgbClr val="0070C0"/>
                </a:solidFill>
              </a:rPr>
              <a:t>Connection Density</a:t>
            </a:r>
          </a:p>
          <a:p>
            <a:r>
              <a:rPr lang="fr-FR" dirty="0" smtClean="0">
                <a:solidFill>
                  <a:srgbClr val="0070C0"/>
                </a:solidFill>
              </a:rPr>
              <a:t>Spectral Efficiency (what maximum amount of data can be transferred over a given period in a specific range of frequency)</a:t>
            </a:r>
          </a:p>
          <a:p>
            <a:r>
              <a:rPr lang="fr-FR" dirty="0" smtClean="0">
                <a:solidFill>
                  <a:srgbClr val="0070C0"/>
                </a:solidFill>
              </a:rPr>
              <a:t>Sensing and computing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6" name="Picture 2" descr="6G Technologies | Nokia.co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109" y="3844636"/>
            <a:ext cx="3449779" cy="3013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988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Module 5: The Immersive Future: Holograms &amp; Sensing</a:t>
            </a:r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6G will make real-time, high-fidelity holographic communication and multi-sensory internet (touch, smell) a reality, powering truly immersive metaverse and telepresence experiences.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AutoShape 2" descr="Crafting Tangible Holograms | PERCEP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Crafting Tangible Holograms | PERCEPTIO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4" name="Picture 6" descr="Perception's Approach To Crafting Tangible Holograms | PERCEP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847" y="3117272"/>
            <a:ext cx="7055717" cy="3491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200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latin typeface="+mn-lt"/>
              </a:rPr>
              <a:t>Module 6: Intelligent Worlds: Digital Twins &amp; Automation</a:t>
            </a:r>
            <a:endParaRPr lang="en-US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2625" y="1950316"/>
            <a:ext cx="10515600" cy="4351338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</a:rPr>
              <a:t>6G enables high-precision Digital Twins—virtual replicas of physical systems—for simulation and remote control. This is critical for smart factories, coordinated robot swarms, and remote surgery.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074" name="Picture 2" descr="Digital Twins Technology-GettyImages-149471424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395211"/>
            <a:ext cx="4821382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85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Module 7: Applications for a Sustainable World</a:t>
            </a:r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288473"/>
            <a:ext cx="10515600" cy="5177415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</a:rPr>
              <a:t>· Precision Agriculture: Optimizing water and crop yields.· Environmental Monitoring: Real-time tracking of climate and pollution.· Smart Energy Grids: Efficient management of renewable resources.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098" name="Picture 2" descr="What is a Smart Factory? (A Complete Guide) - TW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538" y="4364182"/>
            <a:ext cx="4347591" cy="2101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mart home trends to look out for in 2021 | Shelford Quality Hom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78382"/>
            <a:ext cx="4743406" cy="2390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423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Module 8: Key Challenges to Overcome</a:t>
            </a:r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Infrastructure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Cost of ultra-dense network deployment.· </a:t>
            </a:r>
            <a:endParaRPr lang="en-US" sz="4000" dirty="0" smtClean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Energy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Balancing performance with sustainability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Security: Protecting a vastly more complex network.</a:t>
            </a:r>
            <a:endParaRPr lang="en-US" sz="4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068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Module 9: Conclusion: Envisioning the 6G Era</a:t>
            </a:r>
            <a:endParaRPr 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0327" y="1496291"/>
            <a:ext cx="10813473" cy="4636222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6G is not just faster internet; it is a foundational platform for future innovation. It promises to redefine industries, address global challenges, and seamlessly blend our physical and digital realities</a:t>
            </a:r>
            <a:endParaRPr lang="en-US" sz="40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 descr="Article: 6G: Can it really shape the future of connectivity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4683" y="3725162"/>
            <a:ext cx="3605935" cy="297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8311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301</Words>
  <Application>Microsoft Office PowerPoint</Application>
  <PresentationFormat>Grand écran</PresentationFormat>
  <Paragraphs>39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Algerian</vt:lpstr>
      <vt:lpstr>Arial</vt:lpstr>
      <vt:lpstr>Calibri</vt:lpstr>
      <vt:lpstr>Calibri Light</vt:lpstr>
      <vt:lpstr>Thème Office</vt:lpstr>
      <vt:lpstr>6G-The future of networking Module 1:What is 6G????</vt:lpstr>
      <vt:lpstr>Module 2: The Evolutionary Path: 1G to 5G</vt:lpstr>
      <vt:lpstr>Module 3: Why 6G? </vt:lpstr>
      <vt:lpstr>Module 4: Core 6G Technologies &amp; KPIs</vt:lpstr>
      <vt:lpstr>Module 5: The Immersive Future: Holograms &amp; Sensing</vt:lpstr>
      <vt:lpstr>Module 6: Intelligent Worlds: Digital Twins &amp; Automation</vt:lpstr>
      <vt:lpstr>Module 7: Applications for a Sustainable World</vt:lpstr>
      <vt:lpstr>Module 8: Key Challenges to Overcome</vt:lpstr>
      <vt:lpstr>Module 9: Conclusion: Envisioning the 6G Era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6G-The future of networking Module 1:What is 6G</dc:title>
  <dc:creator>TRETEC</dc:creator>
  <cp:lastModifiedBy>TRETEC</cp:lastModifiedBy>
  <cp:revision>15</cp:revision>
  <dcterms:created xsi:type="dcterms:W3CDTF">2025-11-25T13:57:14Z</dcterms:created>
  <dcterms:modified xsi:type="dcterms:W3CDTF">2025-12-03T12:44:15Z</dcterms:modified>
</cp:coreProperties>
</file>